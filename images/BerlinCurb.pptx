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8" autoAdjust="0"/>
    <p:restoredTop sz="94660"/>
  </p:normalViewPr>
  <p:slideViewPr>
    <p:cSldViewPr snapToGrid="0">
      <p:cViewPr varScale="1">
        <p:scale>
          <a:sx n="71" d="100"/>
          <a:sy n="71" d="100"/>
        </p:scale>
        <p:origin x="31" y="4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3279-E917-3206-DB9B-8749E965D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90E56-8AEA-08EA-D9BE-357C3D972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15673-3075-A1DC-9A10-F78B643BE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8ACC1-4FD9-6AE2-C4A5-D761DB7D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D51E7-F0D6-F174-90E3-1AF638354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39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6A797-815B-E558-E0F9-2ED790BF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12AB3-66B0-35E1-D080-099BF3D4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49F25-95BD-BF9F-9EFE-C361B3E57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3FBF5-FC2C-D310-EA7A-F04AD573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779F3-3364-5881-B88D-60BFC5EB1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13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500D7-C400-4DC3-3BEA-581F1F1E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181D2-2686-DAE1-F088-E714A39E1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E29FF-4FBA-E011-0B5B-1B1D1A6D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8BB5A-56F9-DDF1-5927-F39617E5E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C4DE5-6641-12CE-7F4E-F24B3CCEF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4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BFDC3-188B-728C-2BD4-A24DC717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60A2B-5582-7081-8F08-1063F9B1C1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AD2BB-0A7C-AE4A-2BFD-05484799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A7ACF-726B-8250-8EC5-4A3C30FA8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7BFAC-9B65-C73C-BDC6-C94C5938E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BFCF2-6493-C050-391C-853AB3D7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45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CE65-35C2-C038-852D-AB68A57F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EE44F-59F9-7884-163B-6A7E8E298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6E74F-6D3B-FE10-799D-AEDBA23D1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2DB4A7-C187-38FC-D8EF-94EBB09F4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22E688-0067-CB50-C925-A23A8C574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6151C1-E873-7E96-E715-9F781CE3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AA3B1E-6191-FC35-318E-6899A36A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A2DA7F-EEE0-940C-253B-18C4D035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4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E234-A2FA-33F1-F632-BE48D400A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DDA60-66EB-D752-DFEE-0BD5E0832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49488-2E8C-42C4-BCEB-9DEA675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C196D-8285-E7B7-B3CE-58F8D6F4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2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96BAA-276F-007A-1B2B-9CD9C8F8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1935BF-0FF7-CD72-7F97-D0130B530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03C9E-0B0B-8B44-6C2E-E2FABD2D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51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AEB7D-BE5C-B2EE-F1B3-BAD37F199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F0C8E-3AB5-A96C-EA42-A67F1F965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E4072-9902-A762-5E25-5BB372745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10025-C00E-273B-9D94-D68E9A91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9F-751F-D682-E48D-5A9BF4B7F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1B3AF-A92F-4FC9-60BE-1906951D3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1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81ACC-2788-4EBC-2A1A-E15C264E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CB22BA-D251-014A-0DD0-DB8C0AD53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E1000-2583-4959-B15A-DEF65071B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89A54-7DE7-A3AD-B368-E7A1D775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8E385-CB36-845D-B96C-9389191FF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AFE1E-F01F-2700-5FE8-8E7B0F6FE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06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DE2B-C64C-BF22-EED7-66525B78B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C73EC-6083-4DD8-1125-EBAC137E6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58B50-4E0B-B435-38A1-997CB0BA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87309-947E-1728-2FA7-DA6B9F58D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8C352-AC42-4775-9EA6-E970D24E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6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4DC0B-16EE-24D0-1234-928BEF022E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7574D-49D3-6222-A442-851424757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A1972-A38A-B01F-6B28-CCF02B7E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A1CC-EE6B-44E0-A079-FC3C5358EAC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9DDD4-827A-5919-0A98-C8907959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6FE90-28CC-373A-7C41-816973DA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31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082BB-829F-6476-A64A-92C207BE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69673-2968-1A15-8F15-59726BF75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AC185-9849-A8B7-453B-D486D8CD2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08A1CC-EE6B-44E0-A079-FC3C5358EAC9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09C17-C25B-A1C9-AE28-19B75A6A7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C174B-3130-9D22-A293-51454A6E0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8CA3F-AF01-43E1-A0E1-D54F45949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8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50DCEC-F7CC-8382-565A-DAC0FCB75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4871"/>
            <a:ext cx="12192000" cy="42482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D18817-7F4F-B3E0-CEF2-ED12F62867B3}"/>
              </a:ext>
            </a:extLst>
          </p:cNvPr>
          <p:cNvSpPr/>
          <p:nvPr/>
        </p:nvSpPr>
        <p:spPr>
          <a:xfrm>
            <a:off x="1307359" y="2939439"/>
            <a:ext cx="5104263" cy="1671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AF78BF-483B-65FB-35D2-9C3C4E5A4BB5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BAE0BF-2A97-72E7-CF41-A3083EFA72CF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58422E-CEBD-C25D-1FD0-5A75E9DB070D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6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5CFD2-149B-B3A0-F00E-0CB782EED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756FBA-EE94-B490-D25C-724A499F9A48}"/>
              </a:ext>
            </a:extLst>
          </p:cNvPr>
          <p:cNvSpPr/>
          <p:nvPr/>
        </p:nvSpPr>
        <p:spPr>
          <a:xfrm>
            <a:off x="3087077" y="2657231"/>
            <a:ext cx="6137212" cy="17272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543E17-60F9-A9D6-4E94-1A8B7D7E0E2B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9A4324-E88A-CC56-D798-0138022470F0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235BF1-AB71-7E8D-A0F5-D23E763FB6F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67711" y="2359450"/>
            <a:ext cx="6400967" cy="213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47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C4622-375B-F056-3A4B-744E46EF3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D07EF0F-C43F-7C6C-3C86-DA5495356DF0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DD182F-420E-7642-648C-5E8C3668335F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A423E0-0190-47D7-74C4-F3CC400F241D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6FB25-EB82-4C91-79D4-3488B7C1B6D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19181" y="1080760"/>
            <a:ext cx="4753638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32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6901-560F-8940-6982-CBF23C1E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438B3DB-D4DA-DD88-6DF7-A8BE9C9888C3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9A42D4-8407-DE77-0138-BB1E9E42EF17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F2398C-245E-FDF6-3348-EE4C4CFC67C2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FEFDFD-713C-1B66-3595-3E678BCA955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C1C24"/>
              </a:clrFrom>
              <a:clrTo>
                <a:srgbClr val="EC1C2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19339" y="1495155"/>
            <a:ext cx="3553321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747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0203-B1ED-0FEC-ECEC-D907C74AD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0D94F64-F523-4A96-63A8-E0570CAC334F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AECAD0-A3FB-F90B-D2BE-CB4AB1502C77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2DA1F-766E-C35A-30A0-6AF79D726FBF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F09B39-8DD6-ADC2-82B7-B5E312789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3762" y="1538287"/>
            <a:ext cx="5324475" cy="378142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CA15BB9-E8FA-B617-8BE3-736B473B9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3762" y="1538287"/>
            <a:ext cx="532447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00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7B13A-A7F3-A9D8-4049-233E40B4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31F41F-1429-0A12-F0AD-861C0236F2EA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88EA0B-3584-574A-C27D-CD3DF40E7D7F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05F5B3-3D28-B1F5-3435-89DF0C03E7FB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18CCE-D260-139D-0F09-EA1BB5FAB70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l="47326" t="14953" r="11544" b="21516"/>
          <a:stretch>
            <a:fillRect/>
          </a:stretch>
        </p:blipFill>
        <p:spPr>
          <a:xfrm>
            <a:off x="5953539" y="2102126"/>
            <a:ext cx="2191578" cy="240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9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19998-A3A9-145F-1E57-BE0A87A37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19223A-8562-7542-45AC-9EE229D0D0F4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07FFA0-CF36-577B-31E3-C1D27AB4BDE4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54715C-6E7E-1AF3-68AE-07476ADFA483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4D7BE9-FF1E-186C-3A57-4DCA1698D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3762" y="1538287"/>
            <a:ext cx="532447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96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0B391-9516-FA1D-7B2F-B5D14391B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6A6538-7EBE-46E9-63BB-EC03C942A320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E2C89C-7BF9-23E7-10D1-DAA4779EC0F4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321093-BF22-5CF3-1FED-04EF347C5221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AE4F03-5B6C-4D31-23AA-1DDAC97B7E02}"/>
              </a:ext>
            </a:extLst>
          </p:cNvPr>
          <p:cNvGrpSpPr/>
          <p:nvPr/>
        </p:nvGrpSpPr>
        <p:grpSpPr>
          <a:xfrm>
            <a:off x="4288155" y="2301239"/>
            <a:ext cx="1642110" cy="2805602"/>
            <a:chOff x="4288155" y="2301239"/>
            <a:chExt cx="1642110" cy="28056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F71198A-E10F-4565-9B96-4F80E025DD14}"/>
                </a:ext>
              </a:extLst>
            </p:cNvPr>
            <p:cNvGrpSpPr/>
            <p:nvPr/>
          </p:nvGrpSpPr>
          <p:grpSpPr>
            <a:xfrm>
              <a:off x="4288155" y="2301239"/>
              <a:ext cx="1642110" cy="1415904"/>
              <a:chOff x="4288155" y="2301239"/>
              <a:chExt cx="1642110" cy="1415904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A5063554-23E9-EF50-A7D2-2D87CF6A2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61D1BC5-EE08-AD74-D642-CD4991E35F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F3FB3B8-B2E3-B79F-3A1D-34453D2E3A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38BB102-5F1E-C9A7-BE68-E659447128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5B495EE-5781-535D-78F2-69A6A8FCEF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E7BD7A3-6755-58AB-66F0-029995B7BCA6}"/>
                </a:ext>
              </a:extLst>
            </p:cNvPr>
            <p:cNvGrpSpPr/>
            <p:nvPr/>
          </p:nvGrpSpPr>
          <p:grpSpPr>
            <a:xfrm rot="10800000">
              <a:off x="4288155" y="3690937"/>
              <a:ext cx="1642110" cy="1415904"/>
              <a:chOff x="4288155" y="2301239"/>
              <a:chExt cx="1642110" cy="1415904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A5C2C24-7FDB-4515-786D-73EBAC564D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3E64B565-2123-A565-ACAF-C8FD835243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66268F6C-6185-9A91-DF38-1A89BC9BC5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0346AFCC-24B5-08C2-90B4-BB7F219AC0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934ACCE5-533B-771C-DDEF-5EA0A7F39E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2A96F4F-8789-F632-FAC1-75858F7F4869}"/>
              </a:ext>
            </a:extLst>
          </p:cNvPr>
          <p:cNvGrpSpPr/>
          <p:nvPr/>
        </p:nvGrpSpPr>
        <p:grpSpPr>
          <a:xfrm>
            <a:off x="5883275" y="2305917"/>
            <a:ext cx="1642110" cy="2805602"/>
            <a:chOff x="4288155" y="2301239"/>
            <a:chExt cx="1642110" cy="280560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8B577BC-912F-B615-3F6D-94EF96FBBBDB}"/>
                </a:ext>
              </a:extLst>
            </p:cNvPr>
            <p:cNvGrpSpPr/>
            <p:nvPr/>
          </p:nvGrpSpPr>
          <p:grpSpPr>
            <a:xfrm>
              <a:off x="4288155" y="2301239"/>
              <a:ext cx="1642110" cy="1415904"/>
              <a:chOff x="4288155" y="2301239"/>
              <a:chExt cx="1642110" cy="1415904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C657A2A-B3CF-8267-760D-27413D9098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DD93F4B6-85D4-E429-1400-530CDA837B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CED5C5C7-5C67-7F2E-0AEE-DDE0DF2235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25A83386-3C6B-F477-A140-95D459F599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BF2247BB-C8D4-773A-4ADA-C1834618E8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A75AE59-8CA8-DFBB-D179-C8BF0549E110}"/>
                </a:ext>
              </a:extLst>
            </p:cNvPr>
            <p:cNvGrpSpPr/>
            <p:nvPr/>
          </p:nvGrpSpPr>
          <p:grpSpPr>
            <a:xfrm rot="10800000">
              <a:off x="4288155" y="3690937"/>
              <a:ext cx="1642110" cy="1415904"/>
              <a:chOff x="4288155" y="2301239"/>
              <a:chExt cx="1642110" cy="1415904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F66CB804-A961-EA6F-372B-2BB894A79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C1C8F993-9CBA-57FE-391C-642F4BEFA7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F2959648-9149-8C5B-1C10-0FB516FA28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8CE1E81-A20F-3925-A181-300840CCCF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8ECBFB24-858D-3107-B68D-A78ED79BEB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CA52444-00A7-FA8B-F66B-17AFA70F70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C1C24"/>
              </a:clrFrom>
              <a:clrTo>
                <a:srgbClr val="EC1C2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81314" y="2260600"/>
            <a:ext cx="2650908" cy="288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70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2466-C872-E005-EB26-473CEBEE5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9B05EA-6119-C4A0-A6AC-D8691AF33071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D5A3A7-5497-F498-A927-D1D6BE7DA8F9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BBC638-82EB-C9C2-7859-B7BC58BED8AE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EE0A779-69CA-1E04-7791-7303A0C42B82}"/>
              </a:ext>
            </a:extLst>
          </p:cNvPr>
          <p:cNvGrpSpPr/>
          <p:nvPr/>
        </p:nvGrpSpPr>
        <p:grpSpPr>
          <a:xfrm>
            <a:off x="4288155" y="2301239"/>
            <a:ext cx="1642110" cy="2805602"/>
            <a:chOff x="4288155" y="2301239"/>
            <a:chExt cx="1642110" cy="28056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03895D6-290C-8154-6662-FFAB5EB25A31}"/>
                </a:ext>
              </a:extLst>
            </p:cNvPr>
            <p:cNvGrpSpPr/>
            <p:nvPr/>
          </p:nvGrpSpPr>
          <p:grpSpPr>
            <a:xfrm>
              <a:off x="4288155" y="2301239"/>
              <a:ext cx="1642110" cy="1415904"/>
              <a:chOff x="4288155" y="2301239"/>
              <a:chExt cx="1642110" cy="1415904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BCBEB4CD-5059-26D0-FC47-30401A265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6407A93-345C-C46F-5B33-41488F21DF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B0B50A5E-6319-F4ED-4CBB-33179C299B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DC64195-E2A2-00D6-1CC4-EF6279169E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2B75C2B-A415-375B-CEC0-512763EA4B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70B8E91-7EEE-483D-97CB-E51681161AD3}"/>
                </a:ext>
              </a:extLst>
            </p:cNvPr>
            <p:cNvGrpSpPr/>
            <p:nvPr/>
          </p:nvGrpSpPr>
          <p:grpSpPr>
            <a:xfrm rot="10800000">
              <a:off x="4288155" y="3690937"/>
              <a:ext cx="1642110" cy="1415904"/>
              <a:chOff x="4288155" y="2301239"/>
              <a:chExt cx="1642110" cy="1415904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5561C5D8-0BBF-EE28-07C8-454A9B4E5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E91A4F09-C610-D9BC-23B0-0C2896B73B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E55E3E20-B918-E7D2-48BB-6C050DB94D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27C08480-2E2F-0949-652C-4597E051CD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042A27D-33AB-4CAC-D0D3-B906067742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F0098F1-CAB9-2F4F-5A8D-85827C51A2AD}"/>
              </a:ext>
            </a:extLst>
          </p:cNvPr>
          <p:cNvGrpSpPr/>
          <p:nvPr/>
        </p:nvGrpSpPr>
        <p:grpSpPr>
          <a:xfrm>
            <a:off x="5883275" y="2305917"/>
            <a:ext cx="1642110" cy="2805602"/>
            <a:chOff x="4288155" y="2301239"/>
            <a:chExt cx="1642110" cy="280560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597C16A-849E-E3C6-2895-1682351B7AA5}"/>
                </a:ext>
              </a:extLst>
            </p:cNvPr>
            <p:cNvGrpSpPr/>
            <p:nvPr/>
          </p:nvGrpSpPr>
          <p:grpSpPr>
            <a:xfrm>
              <a:off x="4288155" y="2301239"/>
              <a:ext cx="1642110" cy="1415904"/>
              <a:chOff x="4288155" y="2301239"/>
              <a:chExt cx="1642110" cy="1415904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69852424-61AA-2912-9A84-743C5213A3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FDD477F0-E4B2-2FC4-286A-23B212E913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CD6ED59D-677D-D4D5-BC78-6E03394544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4DF94283-27AD-6C54-14B4-6DE4366DDB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C2B8B069-D42A-7C9F-40F1-4734E949AF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AC9410E-E3DF-719E-400A-E50E937C1F1F}"/>
                </a:ext>
              </a:extLst>
            </p:cNvPr>
            <p:cNvGrpSpPr/>
            <p:nvPr/>
          </p:nvGrpSpPr>
          <p:grpSpPr>
            <a:xfrm rot="10800000">
              <a:off x="4288155" y="3690937"/>
              <a:ext cx="1642110" cy="1415904"/>
              <a:chOff x="4288155" y="2301239"/>
              <a:chExt cx="1642110" cy="1415904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9F4DC6FB-5F23-5379-AB90-31B2C0DAA1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61391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02391AF4-2DEE-4635-79F4-88196340A7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939665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0702DD13-7921-DA60-DD56-1D0DAB899C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265420" y="2301240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DA4A1E27-B61D-0D8B-3B45-0F9E8C63B5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4288155" y="2301239"/>
                <a:ext cx="339090" cy="1415903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7344724F-41E0-4B2B-99ED-A1FE19E57F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169" t="20181" r="71463" b="42381"/>
              <a:stretch>
                <a:fillRect/>
              </a:stretch>
            </p:blipFill>
            <p:spPr>
              <a:xfrm>
                <a:off x="5591175" y="2301239"/>
                <a:ext cx="339090" cy="1415903"/>
              </a:xfrm>
              <a:prstGeom prst="rect">
                <a:avLst/>
              </a:prstGeom>
            </p:spPr>
          </p:pic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095DFC5-4788-C0A7-FECA-04329D1F4D1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ED145"/>
              </a:clrFrom>
              <a:clrTo>
                <a:srgbClr val="0ED14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88153" y="1860405"/>
            <a:ext cx="3271754" cy="376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655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91DDD-EC5A-238B-B54D-7C5D58667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A77F823-E58D-F506-55D0-A43F750C87B0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AD052-6690-C6C4-C07B-C8FC528345DC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C7F854-82AB-7CE0-0EC1-9339677A88B3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95263D-017E-5810-03FA-A9BE8EBF93C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11875" t="16437"/>
          <a:stretch>
            <a:fillRect/>
          </a:stretch>
        </p:blipFill>
        <p:spPr>
          <a:xfrm>
            <a:off x="5108171" y="2431473"/>
            <a:ext cx="2283341" cy="248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837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AC7E-960A-D825-1D68-6F9E4609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A5CE2-E1DE-E1FE-1A72-A9EE6A573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336" y="1770744"/>
            <a:ext cx="3150554" cy="1668103"/>
          </a:xfrm>
          <a:prstGeom prst="rect">
            <a:avLst/>
          </a:prstGeom>
        </p:spPr>
      </p:pic>
      <p:pic>
        <p:nvPicPr>
          <p:cNvPr id="4" name="Picture 3" descr="Heinz Ketchup Poster by Us National Archives / Science Photo Library">
            <a:extLst>
              <a:ext uri="{FF2B5EF4-FFF2-40B4-BE49-F238E27FC236}">
                <a16:creationId xmlns:a16="http://schemas.microsoft.com/office/drawing/2014/main" id="{8ABF33E3-D918-C740-A4F2-C65402EA3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602" y="2077337"/>
            <a:ext cx="3103221" cy="1956781"/>
          </a:xfrm>
          <a:prstGeom prst="rect">
            <a:avLst/>
          </a:prstGeom>
          <a:effectLst>
            <a:outerShdw blurRad="76200" dist="38100" dir="5400000" algn="t" rotWithShape="0">
              <a:prstClr val="black">
                <a:alpha val="25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931535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B07A9-66FD-494A-E25B-246A4E452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DE5660-7748-CE95-B6FE-152CE5389D13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449AA3-B6EF-74E4-C56A-BED201670C95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EB80CF-EAD6-E7B0-0471-7AF3CE5E226D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22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E7C6-14D5-7041-8CD5-94C429739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A698893-A502-821F-5251-A4C5C6A09F53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496B1-FAAD-789E-25F6-431F874E625C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477070-2557-EB1D-B887-3ECE743ED64A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54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8D526-8D9B-7A4A-952F-EF051AE97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9B4078-EA11-8DE6-0FB0-5B66B44338CE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3E24A0-2EE5-0046-EF9D-F43C860BC136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78DC8F-E6A5-5DCB-7012-417ACA4A6561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79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E7AD5-0037-FD1D-0E6D-1DB026E7A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631C05C-DB4B-7025-08D7-DA9E2E34411B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73F767-45FF-6E0B-3829-3BFDAC3EFF11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E24DCC-7197-23A7-E6E0-3E998337EA66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67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CFE18-F21D-8206-27FC-7385CFAD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86D9ED-5BB6-1030-CB95-FDB24A6E5B18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6FD78D-37E0-3AC1-A20C-1C1A214E2A6D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607AAB-B0A4-40FC-DA48-441C2BD58585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88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9EC0-A0DD-6347-4F94-82F250C17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5CA1AB-811C-C83C-AB0B-F11A00CF2202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A7B44A-3586-3FA5-6480-D88185DEFB59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63A566-0C06-2248-AC8B-2360AA35F9F8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96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DB66D-E425-927E-3AE5-1A0F4D5D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D0C901-101A-56B9-7F99-20489604B638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C7F07-3579-F7E3-594E-261E8EE0C64A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33B06E-8845-8CE5-9648-A8A30DAAA47E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15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9C079-4B12-5650-2082-8B4546E5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D8CF9D-A82C-23BC-671C-FE13C1E76279}"/>
              </a:ext>
            </a:extLst>
          </p:cNvPr>
          <p:cNvSpPr/>
          <p:nvPr/>
        </p:nvSpPr>
        <p:spPr>
          <a:xfrm>
            <a:off x="1295339" y="4213815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5BE3B3-A6B7-F304-3F8B-A93DB88560DA}"/>
              </a:ext>
            </a:extLst>
          </p:cNvPr>
          <p:cNvSpPr/>
          <p:nvPr/>
        </p:nvSpPr>
        <p:spPr>
          <a:xfrm>
            <a:off x="1402443" y="3717143"/>
            <a:ext cx="235858" cy="1030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F081CD-FA58-3004-4895-EF28F04D4F88}"/>
              </a:ext>
            </a:extLst>
          </p:cNvPr>
          <p:cNvSpPr/>
          <p:nvPr/>
        </p:nvSpPr>
        <p:spPr>
          <a:xfrm>
            <a:off x="2967711" y="4158473"/>
            <a:ext cx="947940" cy="514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09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Molloy</dc:creator>
  <cp:lastModifiedBy>David Molloy</cp:lastModifiedBy>
  <cp:revision>7</cp:revision>
  <dcterms:created xsi:type="dcterms:W3CDTF">2026-08-07T03:12:46Z</dcterms:created>
  <dcterms:modified xsi:type="dcterms:W3CDTF">2026-08-11T17:40:37Z</dcterms:modified>
</cp:coreProperties>
</file>